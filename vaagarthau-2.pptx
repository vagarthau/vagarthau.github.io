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9" r:id="rId2"/>
    <p:sldId id="273" r:id="rId3"/>
    <p:sldId id="256" r:id="rId4"/>
    <p:sldId id="257" r:id="rId5"/>
    <p:sldId id="270" r:id="rId6"/>
    <p:sldId id="258" r:id="rId7"/>
    <p:sldId id="266" r:id="rId8"/>
    <p:sldId id="272" r:id="rId9"/>
    <p:sldId id="271" r:id="rId10"/>
    <p:sldId id="263" r:id="rId11"/>
    <p:sldId id="26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93227"/>
    <a:srgbClr val="4C4F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715" y="72"/>
      </p:cViewPr>
      <p:guideLst/>
    </p:cSldViewPr>
  </p:slideViewPr>
  <p:outlineViewPr>
    <p:cViewPr>
      <p:scale>
        <a:sx n="66" d="100"/>
        <a:sy n="66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A339D-74B3-4CF8-8F05-C5A822CCFD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0CEB6-3456-4598-B21F-955F50055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667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0CEB6-3456-4598-B21F-955F50055B9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2088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0CEB6-3456-4598-B21F-955F50055B9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32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BDFEF-5047-3D9D-5FE8-BE93ACFAA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2FC0D0-9614-8747-3342-776B08F02F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A90B27-9657-6FD1-8567-1A22E71954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99B80-92AC-E6BF-B9EF-7E111EF7C6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0CEB6-3456-4598-B21F-955F50055B9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825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92574-B056-C2A2-59D6-956A5A1F07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061077-ABD5-C09A-5545-A59C714ED2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B58B0-5C70-299C-2AC2-869C17A3D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554E1-1FA7-4189-8C07-C8F338FECF13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3C8AC-5D04-EE72-39DF-B4CA2CF1B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C2345-9E37-E4DD-E476-74798F899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21E1-7805-4737-B2C3-11E5781D3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83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0223C-6E08-1C8F-39FB-C162E004C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E1371-F3EA-FD44-292B-5E68D39B2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A8FFD-F15B-B4B3-79E8-28B6694D0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554E1-1FA7-4189-8C07-C8F338FECF13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0443C-6A24-0080-8B27-35674F54A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7DD9B-7D96-5187-2A60-089A1EA85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21E1-7805-4737-B2C3-11E5781D3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574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03734-1563-0773-3282-50AD051F0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124B8-B2B5-A237-AF4C-E65B347F1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3AD40-0C4D-581B-6EAE-E6319C45E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554E1-1FA7-4189-8C07-C8F338FECF13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075C0-735E-F620-16FF-641667D48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03E30-8427-C6D1-D589-FC06984B1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21E1-7805-4737-B2C3-11E5781D3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910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04058-2CFB-522F-CB33-47AB7666E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CDB7B-7FB8-9DA7-19F1-4C71872147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BC114F-1172-F73A-1F4A-1C6DFF9F90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084CB3-0878-A7C4-DC52-6D369BC25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554E1-1FA7-4189-8C07-C8F338FECF13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934DE6-1013-FD40-DDC8-FAF2D0EAC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957FC-2E4A-6108-B073-35620029F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21E1-7805-4737-B2C3-11E5781D3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157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7FB72-56C3-2C72-5541-6659FD425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8AF6E-5F9E-ADD6-A4CC-3BBB2A768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CC4A1A-389A-9890-0346-E135E4E5BB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1466CC-416B-E1ED-2964-D8FEFC5061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8D316F-771A-6754-7F69-376A61C14E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396BC7-A871-E620-582D-08FDA8239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554E1-1FA7-4189-8C07-C8F338FECF13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386053-00B5-9CDB-A7B2-9DF62258D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56BBA4-F35B-2B5B-76F0-5B784FB0D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21E1-7805-4737-B2C3-11E5781D3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016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0E4EA-67D2-E8C1-9794-A45DBA13E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16AE17-B85E-E857-26DF-8554DC902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554E1-1FA7-4189-8C07-C8F338FECF13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C5D102-4A07-2B83-5AAD-82E82BEF7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E258D1-2C05-CEB7-F13F-343F6D401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21E1-7805-4737-B2C3-11E5781D3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844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E91D7F-EC26-CD8B-754B-F2ACEDB80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554E1-1FA7-4189-8C07-C8F338FECF13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3DE0D0-CC2A-A056-07AF-D44D7D4EF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1681EC-879F-0EDF-2A47-88198B8C9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21E1-7805-4737-B2C3-11E5781D3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127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EBD8A-54AD-FA10-289A-0BDD1009D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4BFFD-3C30-A176-C984-8F199BFCC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746DC4-28CB-CC7B-9A69-0B0FC829A9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D125D7-B5E1-744C-3B28-20CE1714D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554E1-1FA7-4189-8C07-C8F338FECF13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D2A322-96DE-AF65-A734-465437D02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74B7B-1BA7-0CC5-406F-4E2F327F2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21E1-7805-4737-B2C3-11E5781D3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201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5AE2F-A887-4BE5-B5C8-2B1EBCCD6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F8B99B-EA58-5F03-2D8B-644091D316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094851-AC63-E10E-1592-298ABF52BD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CF8F6B-1736-0AB2-0803-6EC39B7F6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554E1-1FA7-4189-8C07-C8F338FECF13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A3454C-978F-C39D-17FF-AFF2086BD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A5054-A0B2-0A19-80DE-E1F0DD445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21E1-7805-4737-B2C3-11E5781D3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43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1B176-C891-B7B4-C186-D8B389545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03883-FB82-1396-0431-5D297024A8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1822A-EB45-AE24-F6AB-8B58F8491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554E1-1FA7-4189-8C07-C8F338FECF13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E6D06-EE08-D7D1-D2B0-3FF2B4755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7D64E-1B7A-7F9F-9E95-DD86817F9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21E1-7805-4737-B2C3-11E5781D3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519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E95973-D19A-F9B5-4AC6-A418B3E6F1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A735E7-4823-0D4E-B44F-045E021F4D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D9249-AE2F-3C87-98A2-C48A2C1D0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554E1-1FA7-4189-8C07-C8F338FECF13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9558A-5CBE-E67F-FA0E-EEDE80CDE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27165-70BF-571F-A5B2-ED53FC2F1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21E1-7805-4737-B2C3-11E5781D3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766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2000"/>
            <a:lum/>
          </a:blip>
          <a:srcRect/>
          <a:tile tx="56515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A750A4-4294-DD98-C967-094D49980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C396A-8D4D-C2B5-B3CA-BD4E8CC75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49068-5A0F-443D-6295-C1AD13DDFF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9554E1-1FA7-4189-8C07-C8F338FECF13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674C3-5A4C-63E0-AC38-068E2D5FB0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C35C0-24E5-5381-E6EA-94D3C5FB7F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E621E1-7805-4737-B2C3-11E5781D3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38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3F2D75-8F02-5969-3BCA-7CB405CF56B9}"/>
              </a:ext>
            </a:extLst>
          </p:cNvPr>
          <p:cNvSpPr txBox="1"/>
          <p:nvPr/>
        </p:nvSpPr>
        <p:spPr>
          <a:xfrm>
            <a:off x="1297857" y="3097784"/>
            <a:ext cx="975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యే యథా మాం ప్రపద్యంతే తాం తథా ఏవ భజామ్యహమ్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F41E7A-72D3-BDBF-D76D-9F4BFFA78246}"/>
              </a:ext>
            </a:extLst>
          </p:cNvPr>
          <p:cNvSpPr txBox="1"/>
          <p:nvPr/>
        </p:nvSpPr>
        <p:spPr>
          <a:xfrm>
            <a:off x="8569962" y="3744115"/>
            <a:ext cx="3135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- 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భగవద్గీత </a:t>
            </a:r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| 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4.11</a:t>
            </a:r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(అ)</a:t>
            </a:r>
            <a:endParaRPr lang="en-US" dirty="0">
              <a:solidFill>
                <a:srgbClr val="4C4F4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1657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6BA93-FE8B-7B61-25BF-929074329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CC30E1-EF33-093D-819B-4221A07C276A}"/>
              </a:ext>
            </a:extLst>
          </p:cNvPr>
          <p:cNvSpPr txBox="1"/>
          <p:nvPr/>
        </p:nvSpPr>
        <p:spPr>
          <a:xfrm>
            <a:off x="2035277" y="2585386"/>
            <a:ext cx="81214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వాగర్థావివసంపృక్తౌ వాగర్థప్రతిపత్తయే </a:t>
            </a:r>
          </a:p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జగతః పితరౌ వందే పార్వతీపరమేశ్వరౌ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AFF8FE-5F5A-8068-68E9-CBD76F885D86}"/>
              </a:ext>
            </a:extLst>
          </p:cNvPr>
          <p:cNvSpPr txBox="1"/>
          <p:nvPr/>
        </p:nvSpPr>
        <p:spPr>
          <a:xfrm>
            <a:off x="7694891" y="4009586"/>
            <a:ext cx="3135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- 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రఘువంశం </a:t>
            </a:r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| 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1 సర్గం</a:t>
            </a:r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| 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1 శ్లోకం</a:t>
            </a:r>
            <a:endParaRPr lang="en-US" dirty="0">
              <a:solidFill>
                <a:srgbClr val="4C4F4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5454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4000"/>
            <a:lum/>
          </a:blip>
          <a:srcRect/>
          <a:tile tx="56515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061079-32BD-DD7A-47D5-4BC7E57CD4C7}"/>
              </a:ext>
            </a:extLst>
          </p:cNvPr>
          <p:cNvSpPr txBox="1"/>
          <p:nvPr/>
        </p:nvSpPr>
        <p:spPr>
          <a:xfrm>
            <a:off x="3967316" y="2859876"/>
            <a:ext cx="42573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e-IN" sz="80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వాగర్థౌ</a:t>
            </a:r>
            <a:endParaRPr lang="en-US" sz="8000" dirty="0">
              <a:solidFill>
                <a:srgbClr val="693227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3DBEF9-9DE8-3D87-B319-4DC41BCA430B}"/>
              </a:ext>
            </a:extLst>
          </p:cNvPr>
          <p:cNvSpPr txBox="1"/>
          <p:nvPr/>
        </p:nvSpPr>
        <p:spPr>
          <a:xfrm>
            <a:off x="4198808" y="3630622"/>
            <a:ext cx="31618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accent2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aramond" panose="02020404030301010803" pitchFamily="18" charset="0"/>
              </a:rPr>
              <a:t>Pranathi | Praphulla</a:t>
            </a:r>
            <a:endParaRPr lang="en-US" sz="2000" dirty="0">
              <a:solidFill>
                <a:schemeClr val="accent2">
                  <a:lumMod val="5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161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443F1-4382-1A9B-16FD-4771ADD7A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E105B03-F628-F784-2070-2CA17EF87250}"/>
              </a:ext>
            </a:extLst>
          </p:cNvPr>
          <p:cNvSpPr txBox="1"/>
          <p:nvPr/>
        </p:nvSpPr>
        <p:spPr>
          <a:xfrm>
            <a:off x="937550" y="3067836"/>
            <a:ext cx="242745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e-IN" sz="6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వాగర్థౌ</a:t>
            </a:r>
            <a:endParaRPr lang="en-US" sz="6600" dirty="0">
              <a:solidFill>
                <a:schemeClr val="accent2">
                  <a:lumMod val="5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968D8C-E47F-BF16-206E-F6FCA333F32F}"/>
              </a:ext>
            </a:extLst>
          </p:cNvPr>
          <p:cNvSpPr txBox="1"/>
          <p:nvPr/>
        </p:nvSpPr>
        <p:spPr>
          <a:xfrm>
            <a:off x="4676721" y="2898559"/>
            <a:ext cx="265321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 err="1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MS Shikha" pitchFamily="2" charset="0"/>
              </a:rPr>
              <a:t>vaagaTaaE</a:t>
            </a:r>
            <a:r>
              <a:rPr lang="en-US" sz="6600" dirty="0">
                <a:solidFill>
                  <a:schemeClr val="accent2">
                    <a:lumMod val="50000"/>
                  </a:schemeClr>
                </a:solidFill>
                <a:latin typeface="AMS Shikha" pitchFamily="2" charset="0"/>
              </a:rPr>
              <a:t>_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E79932-54E5-D00A-9747-9906A1C10F83}"/>
              </a:ext>
            </a:extLst>
          </p:cNvPr>
          <p:cNvSpPr txBox="1"/>
          <p:nvPr/>
        </p:nvSpPr>
        <p:spPr>
          <a:xfrm>
            <a:off x="8451637" y="2898559"/>
            <a:ext cx="2956170" cy="83099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4800" b="1" dirty="0" err="1">
                <a:solidFill>
                  <a:schemeClr val="accent2">
                    <a:lumMod val="50000"/>
                  </a:schemeClr>
                </a:solidFill>
                <a:latin typeface="Garamond" panose="02020404030301010803" pitchFamily="18" charset="0"/>
              </a:rPr>
              <a:t>vAgarthau</a:t>
            </a:r>
            <a:endParaRPr lang="en-US" sz="4800" b="1" dirty="0">
              <a:solidFill>
                <a:schemeClr val="accent2">
                  <a:lumMod val="50000"/>
                </a:schemeClr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2A3299-23E4-9AE5-90E8-E4E973D411F0}"/>
              </a:ext>
            </a:extLst>
          </p:cNvPr>
          <p:cNvSpPr txBox="1"/>
          <p:nvPr/>
        </p:nvSpPr>
        <p:spPr>
          <a:xfrm>
            <a:off x="3048965" y="6048301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accent2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aramond" panose="02020404030301010803" pitchFamily="18" charset="0"/>
              </a:rPr>
              <a:t>Pranathi | Praphulla</a:t>
            </a:r>
            <a:endParaRPr lang="en-US" dirty="0">
              <a:solidFill>
                <a:schemeClr val="accent2">
                  <a:lumMod val="5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59026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563DE-34AE-7C08-673B-3F18730C1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9E92F23-76BA-8560-B74A-5733446FD57C}"/>
              </a:ext>
            </a:extLst>
          </p:cNvPr>
          <p:cNvGrpSpPr/>
          <p:nvPr/>
        </p:nvGrpSpPr>
        <p:grpSpPr>
          <a:xfrm>
            <a:off x="2252936" y="2640943"/>
            <a:ext cx="7681732" cy="1569401"/>
            <a:chOff x="2469871" y="2737027"/>
            <a:chExt cx="7681732" cy="156940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4C5E236-9AE4-5F8E-A143-705DB3281325}"/>
                </a:ext>
              </a:extLst>
            </p:cNvPr>
            <p:cNvSpPr txBox="1"/>
            <p:nvPr/>
          </p:nvSpPr>
          <p:spPr>
            <a:xfrm>
              <a:off x="2469871" y="2982989"/>
              <a:ext cx="7681732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e-IN" sz="8000" dirty="0">
                  <a:solidFill>
                    <a:srgbClr val="693227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Ponnala" panose="02000600000000000000" pitchFamily="2" charset="0"/>
                  <a:ea typeface="Ponnala" panose="02000600000000000000" pitchFamily="2" charset="0"/>
                  <a:cs typeface="Ponnala" panose="02000600000000000000" pitchFamily="2" charset="0"/>
                </a:rPr>
                <a:t>ఎంతమాత్రమున </a:t>
              </a:r>
              <a:endParaRPr lang="en-US" sz="80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DE04E0B-4256-8E55-E943-96D2F6906EC7}"/>
                </a:ext>
              </a:extLst>
            </p:cNvPr>
            <p:cNvCxnSpPr>
              <a:cxnSpLocks/>
            </p:cNvCxnSpPr>
            <p:nvPr/>
          </p:nvCxnSpPr>
          <p:spPr>
            <a:xfrm>
              <a:off x="3394328" y="2737027"/>
              <a:ext cx="5837215" cy="0"/>
            </a:xfrm>
            <a:prstGeom prst="line">
              <a:avLst/>
            </a:prstGeom>
            <a:ln w="28575">
              <a:solidFill>
                <a:srgbClr val="693227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51DB8CF-B203-41E4-07B0-58DA24CE0C61}"/>
                </a:ext>
              </a:extLst>
            </p:cNvPr>
            <p:cNvCxnSpPr>
              <a:cxnSpLocks/>
            </p:cNvCxnSpPr>
            <p:nvPr/>
          </p:nvCxnSpPr>
          <p:spPr>
            <a:xfrm>
              <a:off x="3395135" y="4181779"/>
              <a:ext cx="5835600" cy="0"/>
            </a:xfrm>
            <a:prstGeom prst="line">
              <a:avLst/>
            </a:prstGeom>
            <a:ln w="28575">
              <a:solidFill>
                <a:srgbClr val="693227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EA21ADC-51F4-7713-2F8F-E7768EDB6A2F}"/>
              </a:ext>
            </a:extLst>
          </p:cNvPr>
          <p:cNvSpPr txBox="1"/>
          <p:nvPr/>
        </p:nvSpPr>
        <p:spPr>
          <a:xfrm>
            <a:off x="4706910" y="625516"/>
            <a:ext cx="24274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e-IN" sz="54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వాగర్థౌ</a:t>
            </a:r>
            <a:endParaRPr lang="en-US" sz="6600" dirty="0">
              <a:solidFill>
                <a:schemeClr val="accent2">
                  <a:lumMod val="5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CA4C99-EF9A-3060-6739-9E5013AEBB22}"/>
              </a:ext>
            </a:extLst>
          </p:cNvPr>
          <p:cNvSpPr txBox="1"/>
          <p:nvPr/>
        </p:nvSpPr>
        <p:spPr>
          <a:xfrm>
            <a:off x="2459685" y="1163996"/>
            <a:ext cx="60940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dirty="0">
                <a:solidFill>
                  <a:schemeClr val="accent2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aramond" panose="02020404030301010803" pitchFamily="18" charset="0"/>
              </a:rPr>
              <a:t>Pranathi | Praphulla</a:t>
            </a:r>
            <a:endParaRPr lang="en-US" sz="1600" dirty="0">
              <a:solidFill>
                <a:schemeClr val="accent2">
                  <a:lumMod val="5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46001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BCFF35-5A0A-8A21-682B-B116152598BF}"/>
              </a:ext>
            </a:extLst>
          </p:cNvPr>
          <p:cNvSpPr txBox="1"/>
          <p:nvPr/>
        </p:nvSpPr>
        <p:spPr>
          <a:xfrm>
            <a:off x="3456366" y="917088"/>
            <a:ext cx="78197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e-IN" sz="21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ఎంతమాత్రమున ఎవ్వరుతలచిన</a:t>
            </a:r>
            <a:r>
              <a:rPr lang="en-US" sz="21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</a:t>
            </a:r>
            <a:r>
              <a:rPr lang="te-IN" sz="21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అంతమాత్రమే నీవు</a:t>
            </a:r>
            <a:br>
              <a:rPr lang="en-US" sz="21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</a:br>
            <a:r>
              <a:rPr lang="te-IN" sz="21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అంతరాంతరములెంచి చూడ</a:t>
            </a:r>
            <a:r>
              <a:rPr lang="en-US" sz="21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</a:t>
            </a:r>
            <a:r>
              <a:rPr lang="te-IN" sz="21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పిండంతే నిప్పటి అన్నట్టు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2B3920-2352-2AEE-6F33-68B8192509F5}"/>
              </a:ext>
            </a:extLst>
          </p:cNvPr>
          <p:cNvSpPr txBox="1"/>
          <p:nvPr/>
        </p:nvSpPr>
        <p:spPr>
          <a:xfrm>
            <a:off x="3456366" y="1878335"/>
            <a:ext cx="103724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e-IN" sz="21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కొలుతురు మిము వైష్ణవులు కూరిమితో విష్ణువని</a:t>
            </a:r>
            <a:endParaRPr lang="en-US" sz="2100" dirty="0">
              <a:solidFill>
                <a:srgbClr val="693227"/>
              </a:solidFill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  <a:p>
            <a:r>
              <a:rPr lang="te-IN" sz="21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పలుకుదురు మిము వేదాంతులు పరబ్రహ్మంబనుచు</a:t>
            </a:r>
            <a:endParaRPr lang="en-US" sz="2100" dirty="0">
              <a:solidFill>
                <a:srgbClr val="693227"/>
              </a:solidFill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  <a:p>
            <a:r>
              <a:rPr lang="te-IN" sz="21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తలుతురు మిము శైవులు తక్కిన భక్తులును శివుడనుచు</a:t>
            </a:r>
            <a:endParaRPr lang="en-US" sz="2100" dirty="0">
              <a:solidFill>
                <a:srgbClr val="693227"/>
              </a:solidFill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  <a:p>
            <a:r>
              <a:rPr lang="te-IN" sz="21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అలరి పొగడుదురు కాపాలికులు ఆదిభైరవుండనుచు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1CEAE2-F9F5-E5A7-0CAF-4CE22E70579D}"/>
              </a:ext>
            </a:extLst>
          </p:cNvPr>
          <p:cNvSpPr txBox="1"/>
          <p:nvPr/>
        </p:nvSpPr>
        <p:spPr>
          <a:xfrm>
            <a:off x="3746090" y="3163046"/>
            <a:ext cx="72267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te-IN" sz="2800" dirty="0">
              <a:solidFill>
                <a:srgbClr val="693227"/>
              </a:solidFill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19F924-739A-E377-F567-B89B2237B5AA}"/>
              </a:ext>
            </a:extLst>
          </p:cNvPr>
          <p:cNvSpPr txBox="1"/>
          <p:nvPr/>
        </p:nvSpPr>
        <p:spPr>
          <a:xfrm>
            <a:off x="2423979" y="1085555"/>
            <a:ext cx="1032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పల్లవి</a:t>
            </a:r>
            <a:endParaRPr lang="en-US" dirty="0">
              <a:solidFill>
                <a:srgbClr val="4C4F4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04BCE2-2477-5C0E-AD40-B0F68A9F36FB}"/>
              </a:ext>
            </a:extLst>
          </p:cNvPr>
          <p:cNvSpPr txBox="1"/>
          <p:nvPr/>
        </p:nvSpPr>
        <p:spPr>
          <a:xfrm>
            <a:off x="2046479" y="2316660"/>
            <a:ext cx="1032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అనుపల్లవి</a:t>
            </a:r>
            <a:endParaRPr lang="en-US" dirty="0">
              <a:solidFill>
                <a:srgbClr val="4C4F4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C9FAAD-0E29-3E71-7C39-62969E10D06E}"/>
              </a:ext>
            </a:extLst>
          </p:cNvPr>
          <p:cNvSpPr txBox="1"/>
          <p:nvPr/>
        </p:nvSpPr>
        <p:spPr>
          <a:xfrm>
            <a:off x="2273508" y="4487546"/>
            <a:ext cx="805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చరణం</a:t>
            </a:r>
            <a:endParaRPr lang="en-US" dirty="0">
              <a:solidFill>
                <a:srgbClr val="4C4F4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8E1D40-E7E7-DF09-D946-37A2936418E8}"/>
              </a:ext>
            </a:extLst>
          </p:cNvPr>
          <p:cNvSpPr txBox="1"/>
          <p:nvPr/>
        </p:nvSpPr>
        <p:spPr>
          <a:xfrm>
            <a:off x="3456366" y="3424656"/>
            <a:ext cx="859339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e-IN" sz="21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సరినెన్నుదురు శాక్తేయులు శక్తిరూపునీవనుచు</a:t>
            </a:r>
            <a:endParaRPr lang="en-US" sz="2100" dirty="0">
              <a:solidFill>
                <a:srgbClr val="693227"/>
              </a:solidFill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  <a:p>
            <a:r>
              <a:rPr lang="te-IN" sz="21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దరిశనముల మిము నానా విధముల తలపుల కొలదుల భజింతురు</a:t>
            </a:r>
            <a:endParaRPr lang="en-US" sz="2100" dirty="0">
              <a:solidFill>
                <a:srgbClr val="693227"/>
              </a:solidFill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  <a:p>
            <a:r>
              <a:rPr lang="te-IN" sz="21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సిరులమిమునే అల్పబుద్ధి దలచిన వారికి అల్పంబగుదువు</a:t>
            </a:r>
            <a:endParaRPr lang="en-US" sz="2100" dirty="0">
              <a:solidFill>
                <a:srgbClr val="693227"/>
              </a:solidFill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  <a:p>
            <a:r>
              <a:rPr lang="te-IN" sz="21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గరిమలమిమునే ఘనమని దలచిన ఘనబుద్ధులకు ఘనుడవు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58EFA7-E639-4E4D-D08F-0DF2C5DC72AF}"/>
              </a:ext>
            </a:extLst>
          </p:cNvPr>
          <p:cNvSpPr txBox="1"/>
          <p:nvPr/>
        </p:nvSpPr>
        <p:spPr>
          <a:xfrm>
            <a:off x="3456366" y="4830186"/>
            <a:ext cx="743941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e-IN" sz="21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నీ వలన కొరతే లేదు</a:t>
            </a:r>
            <a:r>
              <a:rPr lang="en-US" sz="21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</a:t>
            </a:r>
            <a:r>
              <a:rPr lang="te-IN" sz="21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మరి</a:t>
            </a:r>
            <a:r>
              <a:rPr lang="en-US" sz="21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</a:t>
            </a:r>
            <a:r>
              <a:rPr lang="te-IN" sz="21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నీరుకొలది తామెరవు</a:t>
            </a:r>
            <a:endParaRPr lang="en-US" sz="2100" dirty="0">
              <a:solidFill>
                <a:srgbClr val="693227"/>
              </a:solidFill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  <a:p>
            <a:r>
              <a:rPr lang="te-IN" sz="21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ఆవలభాగీరథి దరి బావుల ఆ జలమే ఊరినయట్లు</a:t>
            </a:r>
            <a:endParaRPr lang="en-US" sz="2100" dirty="0">
              <a:solidFill>
                <a:srgbClr val="693227"/>
              </a:solidFill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  <a:p>
            <a:r>
              <a:rPr lang="te-IN" sz="21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శ్రీవేంకటపతి నీవైతే మము చేకొని ఉన్న దైవమని</a:t>
            </a:r>
            <a:endParaRPr lang="en-US" sz="2100" dirty="0">
              <a:solidFill>
                <a:srgbClr val="693227"/>
              </a:solidFill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  <a:p>
            <a:r>
              <a:rPr lang="te-IN" sz="21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ఈ వలనే నీ శరణనియెదను ఇదియే పరతత్త్వము నాకు</a:t>
            </a:r>
          </a:p>
        </p:txBody>
      </p:sp>
    </p:spTree>
    <p:extLst>
      <p:ext uri="{BB962C8B-B14F-4D97-AF65-F5344CB8AC3E}">
        <p14:creationId xmlns:p14="http://schemas.microsoft.com/office/powerpoint/2010/main" val="1604466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3D86D-69CE-29A6-EB99-2000BABCF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A64E90-C2AF-DA91-0827-554AD04A099B}"/>
              </a:ext>
            </a:extLst>
          </p:cNvPr>
          <p:cNvSpPr txBox="1"/>
          <p:nvPr/>
        </p:nvSpPr>
        <p:spPr>
          <a:xfrm>
            <a:off x="5111993" y="685860"/>
            <a:ext cx="14822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సాంఖ్య</a:t>
            </a:r>
            <a:endParaRPr lang="en-US" sz="3600" dirty="0">
              <a:solidFill>
                <a:srgbClr val="693227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432041-A87D-D003-DBB8-2F4B341EC2A3}"/>
              </a:ext>
            </a:extLst>
          </p:cNvPr>
          <p:cNvSpPr txBox="1"/>
          <p:nvPr/>
        </p:nvSpPr>
        <p:spPr>
          <a:xfrm>
            <a:off x="4324555" y="2824648"/>
            <a:ext cx="2929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e-IN" sz="3600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షట్‌</a:t>
            </a:r>
            <a:r>
              <a:rPr lang="en-US" sz="3600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</a:t>
            </a:r>
            <a:r>
              <a:rPr lang="te-IN" sz="3600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దర్శనములు</a:t>
            </a:r>
            <a:endParaRPr lang="en-US" sz="3600" dirty="0">
              <a:solidFill>
                <a:srgbClr val="4C4F4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580684-5FA3-DE15-FCBB-718B75507B6D}"/>
              </a:ext>
            </a:extLst>
          </p:cNvPr>
          <p:cNvSpPr txBox="1"/>
          <p:nvPr/>
        </p:nvSpPr>
        <p:spPr>
          <a:xfrm>
            <a:off x="2000126" y="1600796"/>
            <a:ext cx="12409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యోగ</a:t>
            </a:r>
            <a:endParaRPr lang="en-US" sz="3600" dirty="0">
              <a:solidFill>
                <a:srgbClr val="693227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FAFEBF-76EB-C7FC-657E-C68FA0D2A278}"/>
              </a:ext>
            </a:extLst>
          </p:cNvPr>
          <p:cNvSpPr txBox="1"/>
          <p:nvPr/>
        </p:nvSpPr>
        <p:spPr>
          <a:xfrm>
            <a:off x="2000125" y="3429000"/>
            <a:ext cx="15300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న్యాయ</a:t>
            </a:r>
            <a:endParaRPr lang="en-US" sz="3600" dirty="0">
              <a:solidFill>
                <a:srgbClr val="693227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2576A0-58E4-3F09-BCAD-D72D673CA480}"/>
              </a:ext>
            </a:extLst>
          </p:cNvPr>
          <p:cNvSpPr txBox="1"/>
          <p:nvPr/>
        </p:nvSpPr>
        <p:spPr>
          <a:xfrm>
            <a:off x="5036491" y="4481681"/>
            <a:ext cx="16333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వైశేషిక</a:t>
            </a:r>
            <a:endParaRPr lang="en-US" sz="3600" dirty="0">
              <a:solidFill>
                <a:srgbClr val="693227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6437D-3674-85FB-82D5-C2D33249B650}"/>
              </a:ext>
            </a:extLst>
          </p:cNvPr>
          <p:cNvSpPr txBox="1"/>
          <p:nvPr/>
        </p:nvSpPr>
        <p:spPr>
          <a:xfrm>
            <a:off x="8089817" y="3386201"/>
            <a:ext cx="19787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మీమాంస</a:t>
            </a:r>
            <a:endParaRPr lang="en-US" sz="3600" dirty="0">
              <a:solidFill>
                <a:srgbClr val="693227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F0FACF-1901-4607-F7CC-7B9E5643429A}"/>
              </a:ext>
            </a:extLst>
          </p:cNvPr>
          <p:cNvSpPr txBox="1"/>
          <p:nvPr/>
        </p:nvSpPr>
        <p:spPr>
          <a:xfrm>
            <a:off x="8089817" y="1526919"/>
            <a:ext cx="18873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వేదాంత</a:t>
            </a:r>
            <a:endParaRPr lang="en-US" sz="3600" dirty="0">
              <a:solidFill>
                <a:srgbClr val="693227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19548B-1769-421C-4518-E39E9ABA8485}"/>
              </a:ext>
            </a:extLst>
          </p:cNvPr>
          <p:cNvCxnSpPr>
            <a:cxnSpLocks/>
          </p:cNvCxnSpPr>
          <p:nvPr/>
        </p:nvCxnSpPr>
        <p:spPr>
          <a:xfrm>
            <a:off x="5746708" y="1492648"/>
            <a:ext cx="0" cy="1138792"/>
          </a:xfrm>
          <a:prstGeom prst="lin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A345D13-D11D-0BAD-69EF-BE5A8EAD0EB3}"/>
              </a:ext>
            </a:extLst>
          </p:cNvPr>
          <p:cNvCxnSpPr>
            <a:cxnSpLocks/>
          </p:cNvCxnSpPr>
          <p:nvPr/>
        </p:nvCxnSpPr>
        <p:spPr>
          <a:xfrm>
            <a:off x="3241040" y="2225040"/>
            <a:ext cx="1083514" cy="599608"/>
          </a:xfrm>
          <a:prstGeom prst="lin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7EC969D-3CDD-64B1-D6A3-BE77A451D34D}"/>
              </a:ext>
            </a:extLst>
          </p:cNvPr>
          <p:cNvCxnSpPr>
            <a:cxnSpLocks/>
          </p:cNvCxnSpPr>
          <p:nvPr/>
        </p:nvCxnSpPr>
        <p:spPr>
          <a:xfrm flipV="1">
            <a:off x="3241040" y="3244334"/>
            <a:ext cx="1083514" cy="567471"/>
          </a:xfrm>
          <a:prstGeom prst="lin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BA18E44-E12B-D0FD-BA69-5C71AD3135F8}"/>
              </a:ext>
            </a:extLst>
          </p:cNvPr>
          <p:cNvCxnSpPr>
            <a:cxnSpLocks/>
          </p:cNvCxnSpPr>
          <p:nvPr/>
        </p:nvCxnSpPr>
        <p:spPr>
          <a:xfrm>
            <a:off x="5746707" y="3429000"/>
            <a:ext cx="0" cy="1178451"/>
          </a:xfrm>
          <a:prstGeom prst="lin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D47554F-590D-EE4D-EA27-6A82A38234FC}"/>
              </a:ext>
            </a:extLst>
          </p:cNvPr>
          <p:cNvCxnSpPr>
            <a:cxnSpLocks/>
          </p:cNvCxnSpPr>
          <p:nvPr/>
        </p:nvCxnSpPr>
        <p:spPr>
          <a:xfrm flipH="1">
            <a:off x="7061200" y="2179395"/>
            <a:ext cx="1028617" cy="588163"/>
          </a:xfrm>
          <a:prstGeom prst="lin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51CE14F-6DB2-BA29-54AE-8CDB8215F425}"/>
              </a:ext>
            </a:extLst>
          </p:cNvPr>
          <p:cNvCxnSpPr>
            <a:cxnSpLocks/>
          </p:cNvCxnSpPr>
          <p:nvPr/>
        </p:nvCxnSpPr>
        <p:spPr>
          <a:xfrm flipH="1" flipV="1">
            <a:off x="7168861" y="3244334"/>
            <a:ext cx="983716" cy="419853"/>
          </a:xfrm>
          <a:prstGeom prst="lin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9546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E719E-1EC0-338A-84A8-87178C47B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D8C885-9340-CEE3-AB30-3984CEBD8BB0}"/>
              </a:ext>
            </a:extLst>
          </p:cNvPr>
          <p:cNvSpPr txBox="1"/>
          <p:nvPr/>
        </p:nvSpPr>
        <p:spPr>
          <a:xfrm>
            <a:off x="1303757" y="1243464"/>
            <a:ext cx="998400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దృష్టాంతో నైవ దృష్టః త్రిభువనజఠరే సద్గురోః జ్ఞానదాతుః</a:t>
            </a:r>
            <a:endParaRPr lang="en-US" sz="3600" dirty="0">
              <a:solidFill>
                <a:srgbClr val="693227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స్పర్శశ్చేత్ తత్రకల్ప్యః సనయతి యదహో స్వర్ణతామశ్మసారం </a:t>
            </a:r>
            <a:endParaRPr lang="en-US" sz="3600" dirty="0">
              <a:solidFill>
                <a:srgbClr val="693227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న స్పర్శత్వం తథాపి శ్రితచరణయుగే సద్గురుః స్వీయశిష్యే</a:t>
            </a:r>
            <a:endParaRPr lang="en-US" sz="3600" dirty="0">
              <a:solidFill>
                <a:srgbClr val="693227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స్వీయంసామ్యం విధత్తే భవతి నిరుపమః తేనవాఽలౌకికోపి</a:t>
            </a:r>
            <a:endParaRPr lang="en-US" sz="3600" dirty="0">
              <a:solidFill>
                <a:srgbClr val="693227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E6DD8B-7CD1-DB47-4D33-F61299D5CA9F}"/>
              </a:ext>
            </a:extLst>
          </p:cNvPr>
          <p:cNvSpPr txBox="1"/>
          <p:nvPr/>
        </p:nvSpPr>
        <p:spPr>
          <a:xfrm>
            <a:off x="8271553" y="4832504"/>
            <a:ext cx="3117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- 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శంకరాచార్య శతశ్లోకి</a:t>
            </a:r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| 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శ్లోకం</a:t>
            </a:r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1 </a:t>
            </a:r>
          </a:p>
        </p:txBody>
      </p:sp>
    </p:spTree>
    <p:extLst>
      <p:ext uri="{BB962C8B-B14F-4D97-AF65-F5344CB8AC3E}">
        <p14:creationId xmlns:p14="http://schemas.microsoft.com/office/powerpoint/2010/main" val="2233862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9FC00-99F5-1B1F-95CA-774FAF2F9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8393FB-2B34-F238-B12E-5BB651E88F32}"/>
              </a:ext>
            </a:extLst>
          </p:cNvPr>
          <p:cNvSpPr txBox="1"/>
          <p:nvPr/>
        </p:nvSpPr>
        <p:spPr>
          <a:xfrm>
            <a:off x="1252484" y="1427413"/>
            <a:ext cx="968703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యో యో యాం యాం తనుం భక్తః శ్రద్ధయార్చితుమిచ్ఛతి</a:t>
            </a:r>
            <a:endParaRPr lang="en-US" sz="3600" dirty="0">
              <a:solidFill>
                <a:srgbClr val="693227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తస్య తస్యాచలాం శ్రద్ధాం తామేవ విదధామ్యహం </a:t>
            </a:r>
            <a:endParaRPr lang="en-US" sz="3600" dirty="0">
              <a:solidFill>
                <a:srgbClr val="693227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  <a:p>
            <a:endParaRPr lang="en-US" sz="3600" dirty="0">
              <a:solidFill>
                <a:srgbClr val="693227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స తయా శ్రద్ధయా యుక్తః తస్యారాధనమీహతే</a:t>
            </a:r>
            <a:endParaRPr lang="en-US" sz="3600" dirty="0">
              <a:solidFill>
                <a:srgbClr val="693227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లభతే చ తతః కామాన్ మయైవ విహితాన్ హితాన్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F43CA6-5B60-B6A3-7F77-E4AC3CF568DA}"/>
              </a:ext>
            </a:extLst>
          </p:cNvPr>
          <p:cNvSpPr txBox="1"/>
          <p:nvPr/>
        </p:nvSpPr>
        <p:spPr>
          <a:xfrm>
            <a:off x="7196167" y="4456627"/>
            <a:ext cx="6665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- 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భగవద్గీత</a:t>
            </a:r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| 7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అధ్యాయం</a:t>
            </a:r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|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</a:t>
            </a:r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21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</a:t>
            </a:r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, 22 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శ్లోకం</a:t>
            </a:r>
            <a:endParaRPr lang="en-US" dirty="0">
              <a:solidFill>
                <a:srgbClr val="4C4F4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5530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FE2D-BAAE-1606-ABDE-248B7899B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190A9D-3716-65C6-F1C1-25EF785FEF3E}"/>
              </a:ext>
            </a:extLst>
          </p:cNvPr>
          <p:cNvSpPr txBox="1"/>
          <p:nvPr/>
        </p:nvSpPr>
        <p:spPr>
          <a:xfrm>
            <a:off x="1526399" y="1798951"/>
            <a:ext cx="97766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యం శైవాః సముపాసతే శివ ఇతి బ్రహ్మేతి వేదాంతినో </a:t>
            </a:r>
            <a:endParaRPr lang="en-US" sz="3600" dirty="0">
              <a:solidFill>
                <a:srgbClr val="693227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బౌద్ధా బుద్ధ ఇతి ప్రమాణపటవః కర్తేతి నైయాయికాః</a:t>
            </a:r>
            <a:endParaRPr lang="en-US" sz="3600" dirty="0">
              <a:solidFill>
                <a:srgbClr val="693227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అర్హన్ నిత్యథ జైనశాసనరతాః కర్మేతి మీమాంసకాః సోఽయం నో విదధాతు వాంఛిత ఫలం త్రైలోక్యనాథో హరిః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02B8FF-15BC-1230-E924-17D292879053}"/>
              </a:ext>
            </a:extLst>
          </p:cNvPr>
          <p:cNvSpPr txBox="1"/>
          <p:nvPr/>
        </p:nvSpPr>
        <p:spPr>
          <a:xfrm>
            <a:off x="7435653" y="4520286"/>
            <a:ext cx="6665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- 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హనుమన్నాటకం</a:t>
            </a:r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| 1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అఙ్కం</a:t>
            </a:r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|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</a:t>
            </a:r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3 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శ్లోకం</a:t>
            </a:r>
            <a:endParaRPr lang="en-US" dirty="0">
              <a:solidFill>
                <a:srgbClr val="4C4F4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4932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F0EDA-EE9B-23D2-7AF3-662E7FBBE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2BD8D4-08F8-B104-73D8-0FEE4134D2D9}"/>
              </a:ext>
            </a:extLst>
          </p:cNvPr>
          <p:cNvSpPr txBox="1"/>
          <p:nvPr/>
        </p:nvSpPr>
        <p:spPr>
          <a:xfrm>
            <a:off x="2035277" y="2573811"/>
            <a:ext cx="92640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అంతవత్తు ఫలం తేషాం తద్భవతి అల్పమేధసాం</a:t>
            </a:r>
            <a:endParaRPr lang="en-US" sz="3600" dirty="0">
              <a:solidFill>
                <a:srgbClr val="693227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దేవాన్ దేవయజో యాతి మద్భక్తా యాంతి మామపి</a:t>
            </a:r>
            <a:endParaRPr lang="en-US" sz="3600" dirty="0">
              <a:solidFill>
                <a:srgbClr val="693227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9F0665-51BD-0365-869B-4FDDE9EA8F81}"/>
              </a:ext>
            </a:extLst>
          </p:cNvPr>
          <p:cNvSpPr txBox="1"/>
          <p:nvPr/>
        </p:nvSpPr>
        <p:spPr>
          <a:xfrm>
            <a:off x="7435653" y="3999426"/>
            <a:ext cx="6665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- 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భగవద్గీత</a:t>
            </a:r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| 7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అధ్యాయం</a:t>
            </a:r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|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</a:t>
            </a:r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23 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శ్లోకం</a:t>
            </a:r>
            <a:endParaRPr lang="en-US" dirty="0">
              <a:solidFill>
                <a:srgbClr val="4C4F4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116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1677</TotalTime>
  <Words>248</Words>
  <Application>Microsoft Office PowerPoint</Application>
  <PresentationFormat>Widescreen</PresentationFormat>
  <Paragraphs>58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AMS Shikha</vt:lpstr>
      <vt:lpstr>Arial</vt:lpstr>
      <vt:lpstr>Calibri</vt:lpstr>
      <vt:lpstr>Calibri Light</vt:lpstr>
      <vt:lpstr>Garamond</vt:lpstr>
      <vt:lpstr>Ponnala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 Trivikram</dc:creator>
  <cp:lastModifiedBy>Venkat Trivikram</cp:lastModifiedBy>
  <cp:revision>16</cp:revision>
  <dcterms:created xsi:type="dcterms:W3CDTF">2025-10-01T12:57:21Z</dcterms:created>
  <dcterms:modified xsi:type="dcterms:W3CDTF">2025-10-10T17:20:15Z</dcterms:modified>
</cp:coreProperties>
</file>