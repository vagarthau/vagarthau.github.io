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9" r:id="rId2"/>
    <p:sldId id="256" r:id="rId3"/>
    <p:sldId id="257" r:id="rId4"/>
    <p:sldId id="261" r:id="rId5"/>
    <p:sldId id="268" r:id="rId6"/>
    <p:sldId id="269" r:id="rId7"/>
    <p:sldId id="270" r:id="rId8"/>
    <p:sldId id="258" r:id="rId9"/>
    <p:sldId id="266" r:id="rId10"/>
    <p:sldId id="262" r:id="rId11"/>
    <p:sldId id="267" r:id="rId12"/>
    <p:sldId id="260" r:id="rId13"/>
    <p:sldId id="263" r:id="rId14"/>
    <p:sldId id="264" r:id="rId15"/>
    <p:sldId id="2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93227"/>
    <a:srgbClr val="4C4F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A339D-74B3-4CF8-8F05-C5A822CCFDC4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0CEB6-3456-4598-B21F-955F50055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667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0CEB6-3456-4598-B21F-955F50055B9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208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92574-B056-C2A2-59D6-956A5A1F07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061077-ABD5-C09A-5545-A59C714ED2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B58B0-5C70-299C-2AC2-869C17A3D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554E1-1FA7-4189-8C07-C8F338FECF13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3C8AC-5D04-EE72-39DF-B4CA2CF1B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C2345-9E37-E4DD-E476-74798F899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21E1-7805-4737-B2C3-11E5781D3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83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0223C-6E08-1C8F-39FB-C162E004C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E1371-F3EA-FD44-292B-5E68D39B2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A8FFD-F15B-B4B3-79E8-28B6694D0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554E1-1FA7-4189-8C07-C8F338FECF13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0443C-6A24-0080-8B27-35674F54A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7DD9B-7D96-5187-2A60-089A1EA85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21E1-7805-4737-B2C3-11E5781D3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574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03734-1563-0773-3282-50AD051F0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124B8-B2B5-A237-AF4C-E65B347F1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3AD40-0C4D-581B-6EAE-E6319C45E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554E1-1FA7-4189-8C07-C8F338FECF13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075C0-735E-F620-16FF-641667D48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03E30-8427-C6D1-D589-FC06984B1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21E1-7805-4737-B2C3-11E5781D3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910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04058-2CFB-522F-CB33-47AB7666E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CDB7B-7FB8-9DA7-19F1-4C71872147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BC114F-1172-F73A-1F4A-1C6DFF9F9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084CB3-0878-A7C4-DC52-6D369BC25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554E1-1FA7-4189-8C07-C8F338FECF13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934DE6-1013-FD40-DDC8-FAF2D0EAC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957FC-2E4A-6108-B073-35620029F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21E1-7805-4737-B2C3-11E5781D3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157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7FB72-56C3-2C72-5541-6659FD425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8AF6E-5F9E-ADD6-A4CC-3BBB2A768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CC4A1A-389A-9890-0346-E135E4E5B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1466CC-416B-E1ED-2964-D8FEFC506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8D316F-771A-6754-7F69-376A61C14E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396BC7-A871-E620-582D-08FDA8239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554E1-1FA7-4189-8C07-C8F338FECF13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386053-00B5-9CDB-A7B2-9DF62258D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56BBA4-F35B-2B5B-76F0-5B784FB0D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21E1-7805-4737-B2C3-11E5781D3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016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0E4EA-67D2-E8C1-9794-A45DBA13E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16AE17-B85E-E857-26DF-8554DC902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554E1-1FA7-4189-8C07-C8F338FECF13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C5D102-4A07-2B83-5AAD-82E82BEF7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E258D1-2C05-CEB7-F13F-343F6D401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21E1-7805-4737-B2C3-11E5781D3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844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E91D7F-EC26-CD8B-754B-F2ACEDB80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554E1-1FA7-4189-8C07-C8F338FECF13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3DE0D0-CC2A-A056-07AF-D44D7D4EF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1681EC-879F-0EDF-2A47-88198B8C9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21E1-7805-4737-B2C3-11E5781D3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127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EBD8A-54AD-FA10-289A-0BDD1009D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4BFFD-3C30-A176-C984-8F199BFCC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746DC4-28CB-CC7B-9A69-0B0FC829A9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D125D7-B5E1-744C-3B28-20CE1714D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554E1-1FA7-4189-8C07-C8F338FECF13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2A322-96DE-AF65-A734-465437D02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74B7B-1BA7-0CC5-406F-4E2F327F2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21E1-7805-4737-B2C3-11E5781D3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201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5AE2F-A887-4BE5-B5C8-2B1EBCCD6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F8B99B-EA58-5F03-2D8B-644091D316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094851-AC63-E10E-1592-298ABF52BD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CF8F6B-1736-0AB2-0803-6EC39B7F6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554E1-1FA7-4189-8C07-C8F338FECF13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A3454C-978F-C39D-17FF-AFF2086BD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A5054-A0B2-0A19-80DE-E1F0DD445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21E1-7805-4737-B2C3-11E5781D3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43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1B176-C891-B7B4-C186-D8B389545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03883-FB82-1396-0431-5D297024A8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1822A-EB45-AE24-F6AB-8B58F849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554E1-1FA7-4189-8C07-C8F338FECF13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E6D06-EE08-D7D1-D2B0-3FF2B4755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7D64E-1B7A-7F9F-9E95-DD86817F9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21E1-7805-4737-B2C3-11E5781D3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519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E95973-D19A-F9B5-4AC6-A418B3E6F1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735E7-4823-0D4E-B44F-045E021F4D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D9249-AE2F-3C87-98A2-C48A2C1D0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554E1-1FA7-4189-8C07-C8F338FECF13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9558A-5CBE-E67F-FA0E-EEDE80CDE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27165-70BF-571F-A5B2-ED53FC2F1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21E1-7805-4737-B2C3-11E5781D3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766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2000"/>
            <a:lum/>
          </a:blip>
          <a:srcRect/>
          <a:tile tx="56515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A750A4-4294-DD98-C967-094D49980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C396A-8D4D-C2B5-B3CA-BD4E8CC75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49068-5A0F-443D-6295-C1AD13DDFF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9554E1-1FA7-4189-8C07-C8F338FECF13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674C3-5A4C-63E0-AC38-068E2D5FB0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C35C0-24E5-5381-E6EA-94D3C5FB7F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E621E1-7805-4737-B2C3-11E5781D3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38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3F2D75-8F02-5969-3BCA-7CB405CF56B9}"/>
              </a:ext>
            </a:extLst>
          </p:cNvPr>
          <p:cNvSpPr txBox="1"/>
          <p:nvPr/>
        </p:nvSpPr>
        <p:spPr>
          <a:xfrm>
            <a:off x="2035277" y="2585386"/>
            <a:ext cx="81214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వాగర్థావివసంపృక్తౌ వాగర్థప్రతిపత్తయే </a:t>
            </a:r>
          </a:p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జగతః పితరౌ వందే పార్వతీపరమేశ్వరౌ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F41E7A-72D3-BDBF-D76D-9F4BFFA78246}"/>
              </a:ext>
            </a:extLst>
          </p:cNvPr>
          <p:cNvSpPr txBox="1"/>
          <p:nvPr/>
        </p:nvSpPr>
        <p:spPr>
          <a:xfrm>
            <a:off x="7004011" y="3999426"/>
            <a:ext cx="9758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- 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రఘువంశం 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| 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1 సర్గం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| 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1 శ్లోకం</a:t>
            </a:r>
            <a:endParaRPr lang="en-US" dirty="0">
              <a:solidFill>
                <a:srgbClr val="4C4F4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1657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4000"/>
            <a:lum/>
          </a:blip>
          <a:srcRect/>
          <a:tile tx="56515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061079-32BD-DD7A-47D5-4BC7E57CD4C7}"/>
              </a:ext>
            </a:extLst>
          </p:cNvPr>
          <p:cNvSpPr txBox="1"/>
          <p:nvPr/>
        </p:nvSpPr>
        <p:spPr>
          <a:xfrm>
            <a:off x="3967316" y="2859876"/>
            <a:ext cx="42573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e-IN" sz="80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వాగర్థౌ</a:t>
            </a:r>
            <a:endParaRPr lang="en-US" sz="8000" dirty="0">
              <a:solidFill>
                <a:srgbClr val="693227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3DBEF9-9DE8-3D87-B319-4DC41BCA430B}"/>
              </a:ext>
            </a:extLst>
          </p:cNvPr>
          <p:cNvSpPr txBox="1"/>
          <p:nvPr/>
        </p:nvSpPr>
        <p:spPr>
          <a:xfrm>
            <a:off x="4198808" y="3630622"/>
            <a:ext cx="31618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aramond" panose="02020404030301010803" pitchFamily="18" charset="0"/>
              </a:rPr>
              <a:t>Pranathi | Praphulla</a:t>
            </a:r>
            <a:endParaRPr lang="en-US" sz="2000" dirty="0">
              <a:solidFill>
                <a:schemeClr val="accent2">
                  <a:lumMod val="5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16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443F1-4382-1A9B-16FD-4771ADD7A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105B03-F628-F784-2070-2CA17EF87250}"/>
              </a:ext>
            </a:extLst>
          </p:cNvPr>
          <p:cNvSpPr txBox="1"/>
          <p:nvPr/>
        </p:nvSpPr>
        <p:spPr>
          <a:xfrm>
            <a:off x="937550" y="3067836"/>
            <a:ext cx="242745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e-IN" sz="6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వాగర్థౌ</a:t>
            </a:r>
            <a:endParaRPr lang="en-US" sz="6600" dirty="0">
              <a:solidFill>
                <a:schemeClr val="accent2">
                  <a:lumMod val="5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968D8C-E47F-BF16-206E-F6FCA333F32F}"/>
              </a:ext>
            </a:extLst>
          </p:cNvPr>
          <p:cNvSpPr txBox="1"/>
          <p:nvPr/>
        </p:nvSpPr>
        <p:spPr>
          <a:xfrm>
            <a:off x="4676721" y="2898559"/>
            <a:ext cx="265321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 err="1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MS Shikha" pitchFamily="2" charset="0"/>
              </a:rPr>
              <a:t>vaagaTaaE</a:t>
            </a:r>
            <a:r>
              <a:rPr lang="en-US" sz="6600" dirty="0">
                <a:solidFill>
                  <a:schemeClr val="accent2">
                    <a:lumMod val="50000"/>
                  </a:schemeClr>
                </a:solidFill>
                <a:latin typeface="AMS Shikha" pitchFamily="2" charset="0"/>
              </a:rPr>
              <a:t>_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E79932-54E5-D00A-9747-9906A1C10F83}"/>
              </a:ext>
            </a:extLst>
          </p:cNvPr>
          <p:cNvSpPr txBox="1"/>
          <p:nvPr/>
        </p:nvSpPr>
        <p:spPr>
          <a:xfrm>
            <a:off x="8451637" y="2898559"/>
            <a:ext cx="2956170" cy="83099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4800" b="1" dirty="0" err="1">
                <a:solidFill>
                  <a:schemeClr val="accent2">
                    <a:lumMod val="50000"/>
                  </a:schemeClr>
                </a:solidFill>
                <a:latin typeface="Garamond" panose="02020404030301010803" pitchFamily="18" charset="0"/>
              </a:rPr>
              <a:t>vagarthau</a:t>
            </a:r>
            <a:endParaRPr lang="en-US" sz="4800" b="1" dirty="0">
              <a:solidFill>
                <a:schemeClr val="accent2">
                  <a:lumMod val="50000"/>
                </a:schemeClr>
              </a:solidFill>
              <a:latin typeface="Garamond" panose="02020404030301010803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345FACF-C98B-D84A-4248-ADF795CF8C92}"/>
              </a:ext>
            </a:extLst>
          </p:cNvPr>
          <p:cNvCxnSpPr>
            <a:cxnSpLocks/>
          </p:cNvCxnSpPr>
          <p:nvPr/>
        </p:nvCxnSpPr>
        <p:spPr>
          <a:xfrm>
            <a:off x="8861455" y="3199843"/>
            <a:ext cx="184233" cy="0"/>
          </a:xfrm>
          <a:prstGeom prst="line">
            <a:avLst/>
          </a:prstGeom>
          <a:ln w="25400" cap="rnd">
            <a:solidFill>
              <a:srgbClr val="693227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12A3299-23E4-9AE5-90E8-E4E973D411F0}"/>
              </a:ext>
            </a:extLst>
          </p:cNvPr>
          <p:cNvSpPr txBox="1"/>
          <p:nvPr/>
        </p:nvSpPr>
        <p:spPr>
          <a:xfrm>
            <a:off x="3048965" y="6048301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aramond" panose="02020404030301010803" pitchFamily="18" charset="0"/>
              </a:rPr>
              <a:t>Pranathi | Praphulla</a:t>
            </a:r>
            <a:endParaRPr lang="en-US" dirty="0">
              <a:solidFill>
                <a:schemeClr val="accent2">
                  <a:lumMod val="5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59026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795F6-E3EB-9180-65E4-B6EE35DDC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266887-7D0F-4914-A4AB-3D1093FE3400}"/>
              </a:ext>
            </a:extLst>
          </p:cNvPr>
          <p:cNvSpPr txBox="1"/>
          <p:nvPr/>
        </p:nvSpPr>
        <p:spPr>
          <a:xfrm>
            <a:off x="2177517" y="2060434"/>
            <a:ext cx="81214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పొరపాటు పురుషబుద్ధికిన్</a:t>
            </a:r>
          </a:p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పరగు స్వతస్సిద్ధమగుచున్ పండితులారా</a:t>
            </a:r>
          </a:p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పరమాదరమున గుణముల </a:t>
            </a:r>
          </a:p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పరికించి యనుగ్రహింప ప్రార్థింతు మిమున్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D1AAB9-5CDE-8F57-63C4-2C7D9923BE78}"/>
              </a:ext>
            </a:extLst>
          </p:cNvPr>
          <p:cNvSpPr txBox="1"/>
          <p:nvPr/>
        </p:nvSpPr>
        <p:spPr>
          <a:xfrm>
            <a:off x="6419653" y="4578546"/>
            <a:ext cx="6665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- 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శబ్దార్థ చంద్రిక నిఘంటువు 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| 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మహాకాళి సుబ్బారాయుడు</a:t>
            </a:r>
            <a:endParaRPr lang="en-US" dirty="0">
              <a:solidFill>
                <a:srgbClr val="4C4F4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080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1D97B-C00E-E456-F7C3-F0321A9EF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D2CC04-3EEB-F373-07CD-4AB76FA952A5}"/>
              </a:ext>
            </a:extLst>
          </p:cNvPr>
          <p:cNvSpPr txBox="1"/>
          <p:nvPr/>
        </p:nvSpPr>
        <p:spPr>
          <a:xfrm>
            <a:off x="2189092" y="1863664"/>
            <a:ext cx="885315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జయత్యతిబలో రామో లక్ష్మణశ్చ మహాబలః</a:t>
            </a:r>
          </a:p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రాజా జయతి సుగ్రీవో రాఘవేణాభిపాలితః</a:t>
            </a:r>
            <a:br>
              <a:rPr lang="en-US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</a:br>
            <a:endParaRPr lang="te-IN" sz="3600" dirty="0">
              <a:solidFill>
                <a:srgbClr val="693227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దాసోహం కోసలేంద్రస్య రామస్యాక్లిష్టకర్మణః   </a:t>
            </a:r>
          </a:p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హనుమాన్ శత్రుసైన్యానాం నిహంతా మారుతాత్మజః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76FD9E-B930-C074-63B5-53189908F7E6}"/>
              </a:ext>
            </a:extLst>
          </p:cNvPr>
          <p:cNvSpPr txBox="1"/>
          <p:nvPr/>
        </p:nvSpPr>
        <p:spPr>
          <a:xfrm>
            <a:off x="5526971" y="5099407"/>
            <a:ext cx="6665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-  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వాల్మీకి రామాయణం 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| 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సుందరకాండం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| 42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సర్గం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| 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33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, 34</a:t>
            </a:r>
          </a:p>
        </p:txBody>
      </p:sp>
    </p:spTree>
    <p:extLst>
      <p:ext uri="{BB962C8B-B14F-4D97-AF65-F5344CB8AC3E}">
        <p14:creationId xmlns:p14="http://schemas.microsoft.com/office/powerpoint/2010/main" val="1442270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CCB24-F06F-3622-A1E0-07130FBD0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933DA2-4942-DFEF-5380-D9F80F8B9543}"/>
              </a:ext>
            </a:extLst>
          </p:cNvPr>
          <p:cNvSpPr txBox="1"/>
          <p:nvPr/>
        </p:nvSpPr>
        <p:spPr>
          <a:xfrm>
            <a:off x="2189092" y="1863664"/>
            <a:ext cx="885315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న రావణ సహస్రం మే యుద్ధే ప్రతిబలం భవేత్</a:t>
            </a:r>
          </a:p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శిలాభిస్తు ప్రహరతః పాదపైశ్చ సహస్రశః </a:t>
            </a:r>
            <a:br>
              <a:rPr lang="en-US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</a:br>
            <a:endParaRPr lang="te-IN" sz="3600" dirty="0">
              <a:solidFill>
                <a:srgbClr val="693227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అర్దయిత్వా పురీం లంకాం అభివాద్య చ మైథిలీం </a:t>
            </a:r>
          </a:p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సమృద్ధార్థో గమిష్యామి మిషతాం సర్వరక్షసాం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47009E-74F7-8D11-815F-8BBB892BC18A}"/>
              </a:ext>
            </a:extLst>
          </p:cNvPr>
          <p:cNvSpPr txBox="1"/>
          <p:nvPr/>
        </p:nvSpPr>
        <p:spPr>
          <a:xfrm>
            <a:off x="5526971" y="5099407"/>
            <a:ext cx="6665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-  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వాల్మీకి రామాయణం 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| 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సుందరకాండం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| 42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సర్గం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| 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3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5, 36</a:t>
            </a:r>
          </a:p>
        </p:txBody>
      </p:sp>
    </p:spTree>
    <p:extLst>
      <p:ext uri="{BB962C8B-B14F-4D97-AF65-F5344CB8AC3E}">
        <p14:creationId xmlns:p14="http://schemas.microsoft.com/office/powerpoint/2010/main" val="2126763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563DE-34AE-7C08-673B-3F18730C1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3DD259-8526-5C86-D3FC-71445FEB30CE}"/>
              </a:ext>
            </a:extLst>
          </p:cNvPr>
          <p:cNvSpPr txBox="1"/>
          <p:nvPr/>
        </p:nvSpPr>
        <p:spPr>
          <a:xfrm>
            <a:off x="3750381" y="1073973"/>
            <a:ext cx="42573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e-IN" sz="6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వాగర్థౌ</a:t>
            </a:r>
            <a:endParaRPr lang="en-US" sz="6600" dirty="0">
              <a:solidFill>
                <a:srgbClr val="693227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D41E3-0305-FA1A-CAC9-1F6F214B8E18}"/>
              </a:ext>
            </a:extLst>
          </p:cNvPr>
          <p:cNvSpPr txBox="1"/>
          <p:nvPr/>
        </p:nvSpPr>
        <p:spPr>
          <a:xfrm>
            <a:off x="3947151" y="1654867"/>
            <a:ext cx="31618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aramond" panose="02020404030301010803" pitchFamily="18" charset="0"/>
              </a:rPr>
              <a:t>Pranathi | Praphulla</a:t>
            </a:r>
            <a:endParaRPr lang="en-US" sz="1600" dirty="0">
              <a:solidFill>
                <a:schemeClr val="accent2">
                  <a:lumMod val="5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Garamond" panose="020204040303010108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C5E236-9AE4-5F8E-A143-705DB3281325}"/>
              </a:ext>
            </a:extLst>
          </p:cNvPr>
          <p:cNvSpPr txBox="1"/>
          <p:nvPr/>
        </p:nvSpPr>
        <p:spPr>
          <a:xfrm>
            <a:off x="2255134" y="3104909"/>
            <a:ext cx="76817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e-IN" sz="8000" u="sng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నగుమోము గనలేని</a:t>
            </a:r>
            <a:endParaRPr lang="en-US" sz="8000" u="sng" dirty="0">
              <a:solidFill>
                <a:srgbClr val="693227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E04E0B-4256-8E55-E943-96D2F6906EC7}"/>
              </a:ext>
            </a:extLst>
          </p:cNvPr>
          <p:cNvCxnSpPr/>
          <p:nvPr/>
        </p:nvCxnSpPr>
        <p:spPr>
          <a:xfrm>
            <a:off x="2473124" y="2858947"/>
            <a:ext cx="7245752" cy="0"/>
          </a:xfrm>
          <a:prstGeom prst="line">
            <a:avLst/>
          </a:prstGeom>
          <a:ln w="28575">
            <a:solidFill>
              <a:srgbClr val="693227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4600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BCFF35-5A0A-8A21-682B-B116152598BF}"/>
              </a:ext>
            </a:extLst>
          </p:cNvPr>
          <p:cNvSpPr txBox="1"/>
          <p:nvPr/>
        </p:nvSpPr>
        <p:spPr>
          <a:xfrm>
            <a:off x="1519083" y="929328"/>
            <a:ext cx="315615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e-IN" sz="28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నగుమోము గనలేని </a:t>
            </a:r>
            <a:br>
              <a:rPr lang="te-IN" sz="28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</a:br>
            <a:r>
              <a:rPr lang="te-IN" sz="28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నా జాలి తెలిసి</a:t>
            </a:r>
            <a:br>
              <a:rPr lang="te-IN" sz="28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</a:br>
            <a:r>
              <a:rPr lang="te-IN" sz="28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నను బ్రోవగ రాదా</a:t>
            </a:r>
            <a:r>
              <a:rPr lang="en-US" sz="28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?</a:t>
            </a:r>
            <a:br>
              <a:rPr lang="te-IN" sz="28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</a:br>
            <a:r>
              <a:rPr lang="te-IN" sz="28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శ్రీ రఘువర</a:t>
            </a:r>
            <a:r>
              <a:rPr lang="en-US" sz="28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</a:t>
            </a:r>
            <a:endParaRPr lang="te-IN" sz="2800" dirty="0">
              <a:solidFill>
                <a:srgbClr val="693227"/>
              </a:solidFill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2B3920-2352-2AEE-6F33-68B8192509F5}"/>
              </a:ext>
            </a:extLst>
          </p:cNvPr>
          <p:cNvSpPr txBox="1"/>
          <p:nvPr/>
        </p:nvSpPr>
        <p:spPr>
          <a:xfrm>
            <a:off x="6622026" y="929328"/>
            <a:ext cx="532416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e-IN" sz="28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నగరాజధర</a:t>
            </a:r>
            <a:br>
              <a:rPr lang="te-IN" sz="28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</a:br>
            <a:r>
              <a:rPr lang="te-IN" sz="28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నీదు పరివారులెల్ల ఒగి బోధన జేసేవారలు కారే</a:t>
            </a:r>
            <a:r>
              <a:rPr lang="en-US" sz="32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?</a:t>
            </a:r>
            <a:br>
              <a:rPr lang="te-IN" sz="28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</a:br>
            <a:r>
              <a:rPr lang="te-IN" sz="28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ఇటులుండుదురే</a:t>
            </a:r>
            <a:r>
              <a:rPr lang="en-US" sz="28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! </a:t>
            </a:r>
            <a:endParaRPr lang="te-IN" sz="2800" dirty="0">
              <a:solidFill>
                <a:srgbClr val="693227"/>
              </a:solidFill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1CEAE2-F9F5-E5A7-0CAF-4CE22E70579D}"/>
              </a:ext>
            </a:extLst>
          </p:cNvPr>
          <p:cNvSpPr txBox="1"/>
          <p:nvPr/>
        </p:nvSpPr>
        <p:spPr>
          <a:xfrm>
            <a:off x="3746090" y="3163046"/>
            <a:ext cx="722671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e-IN" sz="28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ఖగరాజు నీ ఆనతి విని వేగ చనలేదో</a:t>
            </a:r>
            <a:r>
              <a:rPr lang="en-US" sz="28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?</a:t>
            </a:r>
            <a:br>
              <a:rPr lang="te-IN" sz="28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</a:br>
            <a:r>
              <a:rPr lang="te-IN" sz="28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గగనానికి ఇలకు బహుదూరంబనినాడో</a:t>
            </a:r>
            <a:r>
              <a:rPr lang="en-US" sz="28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?</a:t>
            </a:r>
            <a:br>
              <a:rPr lang="te-IN" sz="28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</a:br>
            <a:r>
              <a:rPr lang="te-IN" sz="28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జగమేలే పరమాత్మ</a:t>
            </a:r>
            <a:br>
              <a:rPr lang="te-IN" sz="28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</a:br>
            <a:r>
              <a:rPr lang="te-IN" sz="28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ఎవరితో మొరలిడుదు</a:t>
            </a:r>
            <a:br>
              <a:rPr lang="te-IN" sz="28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</a:br>
            <a:r>
              <a:rPr lang="te-IN" sz="28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వగ జూపకు</a:t>
            </a:r>
            <a:br>
              <a:rPr lang="te-IN" sz="28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</a:br>
            <a:r>
              <a:rPr lang="te-IN" sz="28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తాళను</a:t>
            </a:r>
            <a:br>
              <a:rPr lang="te-IN" sz="28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</a:br>
            <a:r>
              <a:rPr lang="te-IN" sz="28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నన్నేలుకోరా</a:t>
            </a:r>
            <a:r>
              <a:rPr lang="en-US" sz="28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</a:t>
            </a:r>
            <a:r>
              <a:rPr lang="te-IN" sz="28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త్యాగరాజనుత</a:t>
            </a:r>
            <a:r>
              <a:rPr lang="en-US" sz="28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(</a:t>
            </a:r>
            <a:r>
              <a:rPr lang="te-IN" sz="28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నగుమోము</a:t>
            </a:r>
            <a:r>
              <a:rPr lang="en-US" sz="28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</a:t>
            </a:r>
            <a:r>
              <a:rPr lang="te-IN" sz="28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గనలేని</a:t>
            </a:r>
            <a:r>
              <a:rPr lang="en-US" sz="2800" dirty="0">
                <a:solidFill>
                  <a:srgbClr val="693227"/>
                </a:solidFill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..)</a:t>
            </a:r>
            <a:endParaRPr lang="te-IN" sz="2800" dirty="0">
              <a:solidFill>
                <a:srgbClr val="693227"/>
              </a:solidFill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19F924-739A-E377-F567-B89B2237B5AA}"/>
              </a:ext>
            </a:extLst>
          </p:cNvPr>
          <p:cNvSpPr txBox="1"/>
          <p:nvPr/>
        </p:nvSpPr>
        <p:spPr>
          <a:xfrm>
            <a:off x="1002888" y="638341"/>
            <a:ext cx="1032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పల్లవి</a:t>
            </a:r>
            <a:endParaRPr lang="en-US" dirty="0">
              <a:solidFill>
                <a:srgbClr val="4C4F4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04BCE2-2477-5C0E-AD40-B0F68A9F36FB}"/>
              </a:ext>
            </a:extLst>
          </p:cNvPr>
          <p:cNvSpPr txBox="1"/>
          <p:nvPr/>
        </p:nvSpPr>
        <p:spPr>
          <a:xfrm>
            <a:off x="5744186" y="638341"/>
            <a:ext cx="1032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అనుపల్లవి</a:t>
            </a:r>
            <a:endParaRPr lang="en-US" dirty="0">
              <a:solidFill>
                <a:srgbClr val="4C4F4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C9FAAD-0E29-3E71-7C39-62969E10D06E}"/>
              </a:ext>
            </a:extLst>
          </p:cNvPr>
          <p:cNvSpPr txBox="1"/>
          <p:nvPr/>
        </p:nvSpPr>
        <p:spPr>
          <a:xfrm>
            <a:off x="3045229" y="2978380"/>
            <a:ext cx="1032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చరణం</a:t>
            </a:r>
            <a:endParaRPr lang="en-US" dirty="0">
              <a:solidFill>
                <a:srgbClr val="4C4F4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466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3D86D-69CE-29A6-EB99-2000BABCF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A64E90-C2AF-DA91-0827-554AD04A099B}"/>
              </a:ext>
            </a:extLst>
          </p:cNvPr>
          <p:cNvSpPr txBox="1"/>
          <p:nvPr/>
        </p:nvSpPr>
        <p:spPr>
          <a:xfrm>
            <a:off x="2035277" y="2573811"/>
            <a:ext cx="81214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సకృదేవ ప్రపన్నాయ తవాస్మీతి చ యాచతే</a:t>
            </a:r>
          </a:p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అభయం సర్వభూతేభ్యో దదామ్యేతద్వ్రతం మమ</a:t>
            </a:r>
            <a:endParaRPr lang="en-US" sz="3600" dirty="0">
              <a:solidFill>
                <a:srgbClr val="693227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432041-A87D-D003-DBB8-2F4B341EC2A3}"/>
              </a:ext>
            </a:extLst>
          </p:cNvPr>
          <p:cNvSpPr txBox="1"/>
          <p:nvPr/>
        </p:nvSpPr>
        <p:spPr>
          <a:xfrm>
            <a:off x="5706153" y="3999426"/>
            <a:ext cx="9758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- 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వాల్మీకి రామాయణం 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| 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యుద్ధ కాండం 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|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18 సర్గం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| 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33(ఆ)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, 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34(అ)</a:t>
            </a:r>
            <a:endParaRPr lang="en-US" dirty="0">
              <a:solidFill>
                <a:srgbClr val="4C4F4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546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B7B3B-A8EB-6F19-BBF5-22C3A8A33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3FF951-07F3-FBF7-5A17-86817CC462F2}"/>
              </a:ext>
            </a:extLst>
          </p:cNvPr>
          <p:cNvSpPr txBox="1"/>
          <p:nvPr/>
        </p:nvSpPr>
        <p:spPr>
          <a:xfrm>
            <a:off x="2035277" y="2573811"/>
            <a:ext cx="86228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సర్వధర్మాన్ పరిత్యజ్య మామేకం శరణం వ్రజ</a:t>
            </a:r>
          </a:p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అహం త్వా సర్వపాపేభ్యో మోక్షయిష్యామి మా శుచః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D268B3-52F4-22D8-F183-AAC0D322C0A2}"/>
              </a:ext>
            </a:extLst>
          </p:cNvPr>
          <p:cNvSpPr txBox="1"/>
          <p:nvPr/>
        </p:nvSpPr>
        <p:spPr>
          <a:xfrm>
            <a:off x="7435653" y="3999426"/>
            <a:ext cx="6665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- 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భగవద్గీత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| 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18 అధ్యాయం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|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66 శ్లోకం</a:t>
            </a:r>
            <a:endParaRPr lang="en-US" dirty="0">
              <a:solidFill>
                <a:srgbClr val="4C4F4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168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32CEC-6FA8-1F38-44C8-A4EE48957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E5F9EA-8AA4-DC04-1103-1F4AFEBCCA90}"/>
              </a:ext>
            </a:extLst>
          </p:cNvPr>
          <p:cNvSpPr txBox="1"/>
          <p:nvPr/>
        </p:nvSpPr>
        <p:spPr>
          <a:xfrm>
            <a:off x="2177517" y="2060434"/>
            <a:ext cx="81214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రా తల్లీ రమ్ము తండ్రీ</a:t>
            </a:r>
          </a:p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వ్రేతలు గోపకులు రండు వినుడీ గర్త</a:t>
            </a:r>
          </a:p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క్ష్మాతలమున నుండుడు గో</a:t>
            </a:r>
          </a:p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వ్రాతముతో మీరు మీకు వలసిన యెడలన్</a:t>
            </a:r>
            <a:endParaRPr lang="en-US" sz="3600" dirty="0">
              <a:solidFill>
                <a:srgbClr val="693227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1C2C13-C461-17B8-60F2-9278AD16C161}"/>
              </a:ext>
            </a:extLst>
          </p:cNvPr>
          <p:cNvSpPr txBox="1"/>
          <p:nvPr/>
        </p:nvSpPr>
        <p:spPr>
          <a:xfrm>
            <a:off x="6419653" y="4578546"/>
            <a:ext cx="6665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- 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పోతన భాగవతం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| 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10 స్కంధం (పూర్వ)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|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920 పద్యం</a:t>
            </a:r>
            <a:endParaRPr lang="en-US" dirty="0">
              <a:solidFill>
                <a:srgbClr val="4C4F4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1540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F0EDA-EE9B-23D2-7AF3-662E7FBBE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2BD8D4-08F8-B104-73D8-0FEE4134D2D9}"/>
              </a:ext>
            </a:extLst>
          </p:cNvPr>
          <p:cNvSpPr txBox="1"/>
          <p:nvPr/>
        </p:nvSpPr>
        <p:spPr>
          <a:xfrm>
            <a:off x="2035277" y="2573811"/>
            <a:ext cx="81214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ఈశానః ప్రాణదః ప్రాణో జేష్ఠః శ్రేష్ఠః ప్రజాపతిః</a:t>
            </a:r>
          </a:p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హిరణ్యగర్భో భూగర్భో మాధవో మధుసూదనః</a:t>
            </a:r>
            <a:endParaRPr lang="en-US" sz="3600" dirty="0">
              <a:solidFill>
                <a:srgbClr val="693227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9F0665-51BD-0365-869B-4FDDE9EA8F81}"/>
              </a:ext>
            </a:extLst>
          </p:cNvPr>
          <p:cNvSpPr txBox="1"/>
          <p:nvPr/>
        </p:nvSpPr>
        <p:spPr>
          <a:xfrm>
            <a:off x="7435653" y="3999426"/>
            <a:ext cx="6665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- 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విష్ణు సహస్రనామం 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| 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8 శ్లోకం</a:t>
            </a:r>
            <a:endParaRPr lang="en-US" dirty="0">
              <a:solidFill>
                <a:srgbClr val="4C4F4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116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FE2D-BAAE-1606-ABDE-248B7899B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190A9D-3716-65C6-F1C1-25EF785FEF3E}"/>
              </a:ext>
            </a:extLst>
          </p:cNvPr>
          <p:cNvSpPr txBox="1"/>
          <p:nvPr/>
        </p:nvSpPr>
        <p:spPr>
          <a:xfrm>
            <a:off x="2035277" y="2573811"/>
            <a:ext cx="81214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ద్యౌః స చంద్రార్క నక్షత్రా ఖం దిశో భూర్మహోదధిః</a:t>
            </a:r>
          </a:p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వాసుదేవస్య వీర్యేణ విధృతాని మహాత్మనః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535122-7676-2ED2-26B4-1D3A322031A8}"/>
              </a:ext>
            </a:extLst>
          </p:cNvPr>
          <p:cNvSpPr txBox="1"/>
          <p:nvPr/>
        </p:nvSpPr>
        <p:spPr>
          <a:xfrm>
            <a:off x="7435653" y="3999426"/>
            <a:ext cx="6665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- 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విష్ణు సహస్రనామం 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| 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ఉత్తరపీఠికా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| 14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శ్లోకం</a:t>
            </a:r>
            <a:endParaRPr lang="en-US" dirty="0">
              <a:solidFill>
                <a:srgbClr val="4C4F4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4932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A3E7E-7250-B2A1-E2FA-A17655025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B850F0-763B-58BB-6A74-207EE5D990D8}"/>
              </a:ext>
            </a:extLst>
          </p:cNvPr>
          <p:cNvSpPr txBox="1"/>
          <p:nvPr/>
        </p:nvSpPr>
        <p:spPr>
          <a:xfrm>
            <a:off x="2035277" y="902682"/>
            <a:ext cx="812144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ఎవ్వనిచే జనించు</a:t>
            </a:r>
          </a:p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జగమెవ్వనిలోపలనుండు లీనమై</a:t>
            </a:r>
          </a:p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యెవ్వనియందు డిందు</a:t>
            </a:r>
          </a:p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బరమేశ్వరుడెవ్వడు</a:t>
            </a:r>
          </a:p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మూలకారణంబెవ్వడు</a:t>
            </a:r>
          </a:p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అనాదిమధ్యలయుండెవ్వడు</a:t>
            </a:r>
          </a:p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సర్వముతానైనవాడెవ్వడు</a:t>
            </a:r>
          </a:p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వానినాత్మభవునీశ్వరున్ శరణంబు వేడెదన్</a:t>
            </a:r>
            <a:endParaRPr lang="en-US" sz="3600" dirty="0">
              <a:solidFill>
                <a:srgbClr val="693227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272FD2-0521-6CEB-0735-B78EE09AC6E2}"/>
              </a:ext>
            </a:extLst>
          </p:cNvPr>
          <p:cNvSpPr txBox="1"/>
          <p:nvPr/>
        </p:nvSpPr>
        <p:spPr>
          <a:xfrm>
            <a:off x="6348533" y="5691157"/>
            <a:ext cx="6665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- 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పోతన భాగవతం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| 8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స్కంధం 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| 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గజేంద్రమోక్షం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| 73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పద్యం</a:t>
            </a:r>
            <a:endParaRPr lang="en-US" dirty="0">
              <a:solidFill>
                <a:srgbClr val="4C4F4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9998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39A80-711E-C02F-2264-88595D233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6FC59C-7ACE-8303-0D52-B5A4B9A2755D}"/>
              </a:ext>
            </a:extLst>
          </p:cNvPr>
          <p:cNvSpPr txBox="1"/>
          <p:nvPr/>
        </p:nvSpPr>
        <p:spPr>
          <a:xfrm>
            <a:off x="2035277" y="1443841"/>
            <a:ext cx="81214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సిరికిన్ చెప్పడు</a:t>
            </a:r>
          </a:p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శంఖచక్ర యుగమున్ చేబూని సంధింపడు</a:t>
            </a:r>
          </a:p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ఏ పరివారంబును జీరడు</a:t>
            </a:r>
          </a:p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అభ్రగపతిన్ పన్నింపడు</a:t>
            </a:r>
          </a:p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ఆకర్ణికాంతర ధమ్మిల్లము చక్కనొత్తడు</a:t>
            </a:r>
          </a:p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వివాదప్రోత్థిత శ్రీకుచోపరిచేలాంచలమైన వీడడు</a:t>
            </a:r>
          </a:p>
          <a:p>
            <a:r>
              <a:rPr lang="te-IN" sz="3600" dirty="0">
                <a:solidFill>
                  <a:srgbClr val="69322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గజప్రాణావనోత్సాహియై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D903A5-78FC-4610-943D-D7B2E076FD5B}"/>
              </a:ext>
            </a:extLst>
          </p:cNvPr>
          <p:cNvSpPr txBox="1"/>
          <p:nvPr/>
        </p:nvSpPr>
        <p:spPr>
          <a:xfrm>
            <a:off x="6348533" y="5691157"/>
            <a:ext cx="6665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- 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పోతన భాగవతం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| 8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స్కంధం 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| 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గజేంద్రమోక్షం</a:t>
            </a:r>
            <a:r>
              <a:rPr lang="en-US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| 96</a:t>
            </a:r>
            <a:r>
              <a:rPr lang="te-IN" dirty="0">
                <a:solidFill>
                  <a:srgbClr val="4C4F4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onnala" panose="02000600000000000000" pitchFamily="2" charset="0"/>
                <a:ea typeface="Ponnala" panose="02000600000000000000" pitchFamily="2" charset="0"/>
                <a:cs typeface="Ponnala" panose="02000600000000000000" pitchFamily="2" charset="0"/>
              </a:rPr>
              <a:t> పద్యం</a:t>
            </a:r>
            <a:endParaRPr lang="en-US" dirty="0">
              <a:solidFill>
                <a:srgbClr val="4C4F4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Ponnala" panose="02000600000000000000" pitchFamily="2" charset="0"/>
              <a:ea typeface="Ponnala" panose="02000600000000000000" pitchFamily="2" charset="0"/>
              <a:cs typeface="Ponnala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786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1277</TotalTime>
  <Words>336</Words>
  <Application>Microsoft Office PowerPoint</Application>
  <PresentationFormat>Widescreen</PresentationFormat>
  <Paragraphs>68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AMS Shikha</vt:lpstr>
      <vt:lpstr>Arial</vt:lpstr>
      <vt:lpstr>Calibri</vt:lpstr>
      <vt:lpstr>Calibri Light</vt:lpstr>
      <vt:lpstr>Garamond</vt:lpstr>
      <vt:lpstr>Ponnala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 Trivikram</dc:creator>
  <cp:lastModifiedBy>Venkat Trivikram</cp:lastModifiedBy>
  <cp:revision>7</cp:revision>
  <dcterms:created xsi:type="dcterms:W3CDTF">2025-10-01T12:57:21Z</dcterms:created>
  <dcterms:modified xsi:type="dcterms:W3CDTF">2025-10-04T07:09:04Z</dcterms:modified>
</cp:coreProperties>
</file>